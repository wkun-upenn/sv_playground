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95" r:id="rId5"/>
    <p:sldId id="302" r:id="rId6"/>
    <p:sldId id="357" r:id="rId7"/>
    <p:sldId id="351" r:id="rId8"/>
    <p:sldId id="352" r:id="rId9"/>
    <p:sldId id="331" r:id="rId10"/>
    <p:sldId id="353" r:id="rId11"/>
    <p:sldId id="354" r:id="rId12"/>
    <p:sldId id="355" r:id="rId13"/>
    <p:sldId id="324" r:id="rId14"/>
    <p:sldId id="332" r:id="rId15"/>
    <p:sldId id="333" r:id="rId16"/>
    <p:sldId id="335" r:id="rId17"/>
    <p:sldId id="336" r:id="rId18"/>
    <p:sldId id="334" r:id="rId19"/>
    <p:sldId id="341" r:id="rId20"/>
    <p:sldId id="337" r:id="rId21"/>
    <p:sldId id="338" r:id="rId22"/>
    <p:sldId id="326" r:id="rId23"/>
    <p:sldId id="310" r:id="rId24"/>
    <p:sldId id="311" r:id="rId25"/>
    <p:sldId id="312" r:id="rId26"/>
    <p:sldId id="313" r:id="rId27"/>
    <p:sldId id="314" r:id="rId28"/>
    <p:sldId id="349" r:id="rId29"/>
    <p:sldId id="259" r:id="rId30"/>
    <p:sldId id="305" r:id="rId31"/>
    <p:sldId id="306" r:id="rId32"/>
    <p:sldId id="307" r:id="rId33"/>
    <p:sldId id="308" r:id="rId34"/>
    <p:sldId id="356" r:id="rId35"/>
    <p:sldId id="284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ChatGPT Image 2026年5月23日 13_11_49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234940" y="1026160"/>
            <a:ext cx="139001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7200">
                <a:latin typeface="FOT-Matisse Pro B" panose="02020800000000000000" charset="-128"/>
                <a:ea typeface="FOT-Matisse Pro B" panose="02020800000000000000" charset="-128"/>
              </a:rPr>
              <a:t>整体介绍</a:t>
            </a:r>
            <a:endParaRPr lang="zh-CN" altLang="en-US" sz="7200">
              <a:latin typeface="FOT-Matisse Pro B" panose="02020800000000000000" charset="-128"/>
              <a:ea typeface="FOT-Matisse Pro B" panose="02020800000000000000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hatGPT Image 2026年5月23日 13_11_49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hatGPT Image 2026年5月23日 13_11_49 (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hatGPT Image 2026年5月23日 15_25_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hatGPT Image 2026年5月23日 13_12_46 (4)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hatGPT Image 2026年5月23日 14_28_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290185" y="958850"/>
            <a:ext cx="139001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7200">
                <a:latin typeface="FOT-Matisse Pro B" panose="02020800000000000000" charset="-128"/>
                <a:ea typeface="FOT-Matisse Pro B" panose="02020800000000000000" charset="-128"/>
              </a:rPr>
              <a:t>实际</a:t>
            </a:r>
            <a:r>
              <a:rPr lang="zh-CN" altLang="en-US" sz="7200">
                <a:latin typeface="FOT-Matisse Pro B" panose="02020800000000000000" charset="-128"/>
                <a:ea typeface="FOT-Matisse Pro B" panose="02020800000000000000" charset="-128"/>
              </a:rPr>
              <a:t>操练</a:t>
            </a:r>
            <a:endParaRPr lang="zh-CN" altLang="en-US" sz="7200">
              <a:latin typeface="FOT-Matisse Pro B" panose="02020800000000000000" charset="-128"/>
              <a:ea typeface="FOT-Matisse Pro B" panose="02020800000000000000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hatGPT Image 2026年5月23日 13_12_35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hatGPT Image 2026年5月23日 13_12_46 (2)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hatGPT Image 2026年5月23日 13_12_46 (3)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296535" y="1026160"/>
            <a:ext cx="139001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7200">
                <a:latin typeface="FOT-Matisse Pro B" panose="02020800000000000000" charset="-128"/>
                <a:ea typeface="FOT-Matisse Pro B" panose="02020800000000000000" charset="-128"/>
              </a:rPr>
              <a:t>基础复习</a:t>
            </a:r>
            <a:endParaRPr lang="zh-CN" altLang="en-US" sz="7200">
              <a:latin typeface="FOT-Matisse Pro B" panose="02020800000000000000" charset="-128"/>
              <a:ea typeface="FOT-Matisse Pro B" panose="02020800000000000000" charset="-12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hatGPT Image 2026年5月23日 13_12_00 (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hatGPT Image 2026年5月23日 13_12_00 (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hatGPT Image 2026年5月23日 13_12_08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hatGPT Image 2026年5月23日 13_12_08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hatGPT Image 2026年5月23日 13_12_00 (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hatGPT Image 2026年5月23日 13_12_08 (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hatGPT Image 2026年5月23日 13_12_08 (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hatGPT Image 2026年5月23日 13_12_08 (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296535" y="613410"/>
            <a:ext cx="1390015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7200">
                <a:latin typeface="FOT-Matisse Pro B" panose="02020800000000000000" charset="-128"/>
                <a:ea typeface="FOT-Matisse Pro B" panose="02020800000000000000" charset="-128"/>
              </a:rPr>
              <a:t>测试点</a:t>
            </a:r>
            <a:r>
              <a:rPr lang="zh-CN" altLang="en-US" sz="7200">
                <a:latin typeface="FOT-Matisse Pro B" panose="02020800000000000000" charset="-128"/>
                <a:ea typeface="FOT-Matisse Pro B" panose="02020800000000000000" charset="-128"/>
              </a:rPr>
              <a:t>分解</a:t>
            </a:r>
            <a:endParaRPr lang="zh-CN" altLang="en-US" sz="7200">
              <a:latin typeface="FOT-Matisse Pro B" panose="02020800000000000000" charset="-128"/>
              <a:ea typeface="FOT-Matisse Pro B" panose="02020800000000000000" charset="-128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hatGPT Image 2026年5月23日 13_12_28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hatGPT Image 2026年5月23日 13_12_28 (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hatGPT Image 2026年5月23日 13_12_28 (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hatGPT Image 2026年5月23日 13_12_28 (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hatGPT Image 2026年5月23日 13_12_28 (6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296535" y="1026160"/>
            <a:ext cx="139001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7200">
                <a:latin typeface="FOT-Matisse Pro B" panose="02020800000000000000" charset="-128"/>
                <a:ea typeface="FOT-Matisse Pro B" panose="02020800000000000000" charset="-128"/>
              </a:rPr>
              <a:t>验证</a:t>
            </a:r>
            <a:r>
              <a:rPr lang="zh-CN" altLang="en-US" sz="7200">
                <a:latin typeface="FOT-Matisse Pro B" panose="02020800000000000000" charset="-128"/>
                <a:ea typeface="FOT-Matisse Pro B" panose="02020800000000000000" charset="-128"/>
              </a:rPr>
              <a:t>框架</a:t>
            </a:r>
            <a:endParaRPr lang="zh-CN" altLang="en-US" sz="7200">
              <a:latin typeface="FOT-Matisse Pro B" panose="02020800000000000000" charset="-128"/>
              <a:ea typeface="FOT-Matisse Pro B" panose="02020800000000000000" charset="-128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hatGPT Image 2026年5月23日 13_12_28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hatGPT Image 2026年5月23日 13_12_19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hatGPT Image 2026年5月23日 13_12_19 (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hatGPT Image 2026年5月23日 13_12_19 (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hatGPT Image 2026年5月23日 13_12_20 (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74390" y="2581910"/>
            <a:ext cx="54425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7200">
                <a:latin typeface="FOT-Matisse Pro B" panose="02020800000000000000" charset="-128"/>
                <a:ea typeface="FOT-Matisse Pro B" panose="02020800000000000000" charset="-128"/>
              </a:rPr>
              <a:t>Clocusions</a:t>
            </a:r>
            <a:endParaRPr lang="en-US" altLang="zh-CN" sz="7200">
              <a:latin typeface="FOT-Matisse Pro B" panose="02020800000000000000" charset="-128"/>
              <a:ea typeface="FOT-Matisse Pro B" panose="02020800000000000000" charset="-128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hatGPT Image 2026年5月23日 13_12_46 (5)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WPS 演示</Application>
  <PresentationFormat>宽屏</PresentationFormat>
  <Paragraphs>12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2" baseType="lpstr">
      <vt:lpstr>Arial</vt:lpstr>
      <vt:lpstr>宋体</vt:lpstr>
      <vt:lpstr>Wingdings</vt:lpstr>
      <vt:lpstr>Arial Unicode MS</vt:lpstr>
      <vt:lpstr>Calibri</vt:lpstr>
      <vt:lpstr>微软雅黑</vt:lpstr>
      <vt:lpstr>FOT-Matisse Pro B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5in1</cp:lastModifiedBy>
  <cp:revision>17</cp:revision>
  <dcterms:created xsi:type="dcterms:W3CDTF">2023-08-09T12:44:00Z</dcterms:created>
  <dcterms:modified xsi:type="dcterms:W3CDTF">2026-05-23T07:29:48Z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2BCED64F2B424E8D9E5CE4CE752D7CB0_12</vt:lpwstr>
  </property>
</Properties>
</file>